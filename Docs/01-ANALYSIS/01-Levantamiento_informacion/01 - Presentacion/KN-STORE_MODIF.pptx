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A20227-BCB9-8E43-9ACF-AAAE9AF1A094}" v="8" dt="2024-09-04T23:53:05.57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1460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025" y="252806"/>
            <a:ext cx="6445250" cy="9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4351" y="3421760"/>
            <a:ext cx="5056505" cy="1870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2424015"/>
            <a:ext cx="9244458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CO" sz="6600" dirty="0">
                <a:solidFill>
                  <a:schemeClr val="tx1"/>
                </a:solidFill>
              </a:rPr>
              <a:t>KN STORE</a:t>
            </a:r>
            <a:endParaRPr sz="62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7790" y="317487"/>
              <a:ext cx="810768" cy="7905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42513" y="1548460"/>
            <a:ext cx="55086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O" sz="7200" dirty="0"/>
              <a:t>KN STORE</a:t>
            </a:r>
            <a:endParaRPr sz="7200" dirty="0"/>
          </a:p>
        </p:txBody>
      </p:sp>
      <p:sp>
        <p:nvSpPr>
          <p:cNvPr id="6" name="object 6"/>
          <p:cNvSpPr/>
          <p:nvPr/>
        </p:nvSpPr>
        <p:spPr>
          <a:xfrm>
            <a:off x="5227954" y="3321939"/>
            <a:ext cx="1736089" cy="0"/>
          </a:xfrm>
          <a:custGeom>
            <a:avLst/>
            <a:gdLst/>
            <a:ahLst/>
            <a:cxnLst/>
            <a:rect l="l" t="t" r="r" b="b"/>
            <a:pathLst>
              <a:path w="1736090">
                <a:moveTo>
                  <a:pt x="0" y="0"/>
                </a:moveTo>
                <a:lnTo>
                  <a:pt x="173609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51705" y="3488563"/>
            <a:ext cx="3688715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/>
            <a:endParaRPr lang="es-MX" sz="1600" dirty="0">
              <a:solidFill>
                <a:schemeClr val="bg1"/>
              </a:solidFill>
            </a:endParaRPr>
          </a:p>
          <a:p>
            <a:pPr algn="ctr"/>
            <a:r>
              <a:rPr lang="es-MX" sz="1600" dirty="0">
                <a:solidFill>
                  <a:schemeClr val="bg1"/>
                </a:solidFill>
              </a:rPr>
              <a:t>Santiago Flórez Moreno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Laura González Ortiz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Joseph Varón</a:t>
            </a:r>
            <a:br>
              <a:rPr lang="es-MX" sz="1600" dirty="0">
                <a:solidFill>
                  <a:schemeClr val="bg1"/>
                </a:solidFill>
              </a:rPr>
            </a:br>
            <a:r>
              <a:rPr lang="es-MX" sz="1600" dirty="0">
                <a:solidFill>
                  <a:schemeClr val="bg1"/>
                </a:solidFill>
              </a:rPr>
              <a:t>Nicolas Gil</a:t>
            </a:r>
            <a:endParaRPr sz="1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5425" y="5305171"/>
            <a:ext cx="92043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Servicio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Nacional</a:t>
            </a:r>
            <a:r>
              <a:rPr sz="16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Aprendizaje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–SENA,</a:t>
            </a:r>
            <a:r>
              <a:rPr sz="1600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Centro</a:t>
            </a:r>
            <a:r>
              <a:rPr sz="1600" spc="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Electricidad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Electrónica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Telecomunicaciones </a:t>
            </a:r>
            <a:r>
              <a:rPr sz="1600" dirty="0" err="1">
                <a:solidFill>
                  <a:srgbClr val="FFFFFF"/>
                </a:solidFill>
                <a:latin typeface="Trebuchet MS"/>
                <a:cs typeface="Trebuchet MS"/>
              </a:rPr>
              <a:t>Téc</a:t>
            </a:r>
            <a:r>
              <a:rPr lang="es-MX" sz="1600" dirty="0" err="1">
                <a:solidFill>
                  <a:srgbClr val="FFFFFF"/>
                </a:solidFill>
                <a:latin typeface="Trebuchet MS"/>
                <a:cs typeface="Trebuchet MS"/>
              </a:rPr>
              <a:t>nologo</a:t>
            </a:r>
            <a:r>
              <a:rPr sz="16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100" dirty="0" err="1">
                <a:solidFill>
                  <a:srgbClr val="FFFFFF"/>
                </a:solidFill>
                <a:latin typeface="Trebuchet MS"/>
                <a:cs typeface="Trebuchet MS"/>
              </a:rPr>
              <a:t>Analisis</a:t>
            </a:r>
            <a:r>
              <a:rPr lang="es-MX" sz="1600" spc="100" dirty="0">
                <a:solidFill>
                  <a:srgbClr val="FFFFFF"/>
                </a:solidFill>
                <a:latin typeface="Trebuchet MS"/>
                <a:cs typeface="Trebuchet MS"/>
              </a:rPr>
              <a:t> y </a:t>
            </a:r>
            <a:r>
              <a:rPr lang="es-MX" sz="1600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16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600" spc="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TPS,</a:t>
            </a:r>
            <a:r>
              <a:rPr sz="1600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Primer</a:t>
            </a:r>
            <a:r>
              <a:rPr sz="16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rebuchet MS"/>
                <a:cs typeface="Trebuchet MS"/>
              </a:rPr>
              <a:t>Trimestre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Instructor</a:t>
            </a:r>
            <a:r>
              <a:rPr sz="1600" spc="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75" dirty="0">
                <a:solidFill>
                  <a:srgbClr val="FFFFFF"/>
                </a:solidFill>
                <a:latin typeface="Trebuchet MS"/>
                <a:cs typeface="Trebuchet MS"/>
              </a:rPr>
              <a:t>Enrique Moreno</a:t>
            </a:r>
            <a:endParaRPr sz="16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Bogotá,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lang="es-MX" sz="1600" dirty="0">
                <a:solidFill>
                  <a:srgbClr val="FFFFFF"/>
                </a:solidFill>
                <a:latin typeface="Trebuchet MS"/>
                <a:cs typeface="Trebuchet MS"/>
              </a:rPr>
              <a:t>9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s-MX" sz="1600" spc="50" dirty="0">
                <a:solidFill>
                  <a:srgbClr val="FFFFFF"/>
                </a:solidFill>
                <a:latin typeface="Trebuchet MS"/>
                <a:cs typeface="Trebuchet MS"/>
              </a:rPr>
              <a:t>Septiembre </a:t>
            </a:r>
            <a:r>
              <a:rPr sz="160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spc="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spc="35" dirty="0">
                <a:solidFill>
                  <a:srgbClr val="FFFFFF"/>
                </a:solidFill>
                <a:latin typeface="Trebuchet MS"/>
                <a:cs typeface="Trebuchet MS"/>
              </a:rPr>
              <a:t>202</a:t>
            </a:r>
            <a:r>
              <a:rPr lang="es-MX" sz="1600" spc="3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2816" y="381000"/>
            <a:ext cx="61189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60" dirty="0"/>
              <a:t>Introducción</a:t>
            </a:r>
            <a:endParaRPr sz="4400" dirty="0"/>
          </a:p>
        </p:txBody>
      </p:sp>
      <p:sp>
        <p:nvSpPr>
          <p:cNvPr id="6" name="object 6"/>
          <p:cNvSpPr txBox="1"/>
          <p:nvPr/>
        </p:nvSpPr>
        <p:spPr>
          <a:xfrm>
            <a:off x="630732" y="2698445"/>
            <a:ext cx="10418268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33270" algn="l"/>
              </a:tabLst>
            </a:pPr>
            <a:r>
              <a:rPr lang="es-MX" sz="1600" dirty="0"/>
              <a:t>Como respuesta a los problemas que estamos teniendo en la tienda KN_STORE. Hemos decidido como equipo de trabajo desarrollar un software que nos permita solucionar ciertas deficiencias tales como el mal manejo de usuarios o la ineficiencia en la respuesta de nuestros canales virtuales como WhatsApp para el manejo de ventas.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1000" y="-16042"/>
            <a:ext cx="12601074" cy="7026442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27790" y="317487"/>
              <a:ext cx="810768" cy="79058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025" y="1119248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Objetivo General</a:t>
            </a:r>
            <a:endParaRPr sz="4400" dirty="0"/>
          </a:p>
        </p:txBody>
      </p:sp>
      <p:sp>
        <p:nvSpPr>
          <p:cNvPr id="6" name="object 6"/>
          <p:cNvSpPr txBox="1"/>
          <p:nvPr/>
        </p:nvSpPr>
        <p:spPr>
          <a:xfrm>
            <a:off x="535025" y="2209800"/>
            <a:ext cx="9492514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s-ES" sz="3200" dirty="0">
                <a:solidFill>
                  <a:schemeClr val="tx1"/>
                </a:solidFill>
              </a:rPr>
              <a:t>Desarrollar un software (e-</a:t>
            </a:r>
            <a:r>
              <a:rPr lang="es-ES" sz="3200" dirty="0" err="1">
                <a:solidFill>
                  <a:schemeClr val="tx1"/>
                </a:solidFill>
              </a:rPr>
              <a:t>commerce</a:t>
            </a:r>
            <a:r>
              <a:rPr lang="es-ES" sz="3200" dirty="0">
                <a:solidFill>
                  <a:schemeClr val="tx1"/>
                </a:solidFill>
              </a:rPr>
              <a:t>) para la tienda KN_STORE que permita gestionar de manera eficientes los procesos de ventas, inventario y usuarios, mediante módulos integrados que faciliten la administración interna y mejora en la experiencia de compra del cliente, asegurando un entorno funcional, accesible y seguro</a:t>
            </a:r>
            <a:endParaRPr lang="es-MX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252806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Objetivos Específicos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94563" y="1707260"/>
            <a:ext cx="7044437" cy="493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Diseñar la estructura del sistema e-</a:t>
            </a:r>
            <a:r>
              <a:rPr lang="es-ES" sz="2000" dirty="0" err="1"/>
              <a:t>commerce</a:t>
            </a:r>
            <a:r>
              <a:rPr lang="es-ES" sz="2000" dirty="0"/>
              <a:t>, definiendo los módulos y funcionalidades necesarias para la gestión integral de la tienda KN_STORE</a:t>
            </a:r>
            <a:br>
              <a:rPr lang="es-ES" sz="2000" dirty="0"/>
            </a:b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Implementar una tienda online que permitan a los clientes visualizar productos , realizar pedidos y efectuar compras de forma sencilla y segura.</a:t>
            </a:r>
            <a:br>
              <a:rPr lang="es-ES" sz="2000" dirty="0"/>
            </a:b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Desarrollar módulos de administración que gestione los usuarios y el inventario en tiempo real, optimizando el control interno de los productos y las operaciones de ventas.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Incorporar mecanismos de seguridad y roles de acceso (Administrador, cliente y proveedor) que garantice la protección de información y el uso adecuado del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68020" y="2286380"/>
            <a:ext cx="11390580" cy="272061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r>
              <a:rPr lang="es-ES" sz="1600" dirty="0"/>
              <a:t>En la actualidad, la tienda KN_STORE presenta diversas dificultades en la gestión de los procesos internos, especialmente en el control de inventario, las ventas y la atención al cliente. Estas tareas se realizan de forma manual, lo que genera inconsistencias en los registros, perdida de información y demoras en la atención, afectando directamente la eficiencia operativa y la satisfacción del cliente.</a:t>
            </a:r>
            <a:br>
              <a:rPr lang="es-ES" sz="1600" dirty="0"/>
            </a:br>
            <a:endParaRPr lang="es-ES" sz="1600" dirty="0"/>
          </a:p>
          <a:p>
            <a:r>
              <a:rPr lang="es-ES" sz="1600" dirty="0"/>
              <a:t>A esto se le suma la dependencia de medios informales como WhatsApp para la gestión de ventas y pedidos, lo que limita el alcance del negocio, reduce la capacidad de respuesta y dificulta la expansión hacia nuevos mercados.</a:t>
            </a:r>
          </a:p>
          <a:p>
            <a:r>
              <a:rPr lang="es-ES" sz="1600" dirty="0"/>
              <a:t>Ante esta situación surge la necesidad de implementar un sistema de e-</a:t>
            </a:r>
            <a:r>
              <a:rPr lang="es-ES" sz="1600" dirty="0" err="1"/>
              <a:t>commerce</a:t>
            </a:r>
            <a:r>
              <a:rPr lang="es-ES" sz="1600" dirty="0"/>
              <a:t> que integre en una sola plataforma la administración de usuarios, productos, inventarios y ventas. Este sistema permitirá los procesos internos, mejorar la atención al cliente y ofrecer la experiencia de compra mas moderna, eficiente y segura.</a:t>
            </a:r>
          </a:p>
          <a:p>
            <a:endParaRPr lang="es-MX" sz="1600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024" y="252806"/>
            <a:ext cx="7389775" cy="798218"/>
          </a:xfrm>
          <a:prstGeom prst="rect">
            <a:avLst/>
          </a:prstGeom>
        </p:spPr>
        <p:txBody>
          <a:bodyPr vert="horz" wrap="square" lIns="0" tIns="119938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Planteamiento del Problema</a:t>
            </a:r>
            <a:endParaRPr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975" y="381000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dirty="0"/>
              <a:t>Pregunta Problema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43975" y="1752600"/>
            <a:ext cx="11304049" cy="19819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ES" sz="3200" dirty="0"/>
              <a:t>¿Como la implementación de un sistema de comercio electrónico puede impulsar la transformación digital de la tienda KN_STORE, mejorando la atención al cliente y garantizando un control eficiente de los procesos internos?</a:t>
            </a:r>
            <a:endParaRPr lang="es-MX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025" y="252806"/>
            <a:ext cx="6445250" cy="795781"/>
          </a:xfrm>
          <a:prstGeom prst="rect">
            <a:avLst/>
          </a:prstGeom>
        </p:spPr>
        <p:txBody>
          <a:bodyPr vert="horz" wrap="square" lIns="0" tIns="117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MX" sz="4400" spc="370" dirty="0"/>
              <a:t>Alcance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25602" y="1524000"/>
            <a:ext cx="11740795" cy="5553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s-ES" sz="2000" dirty="0"/>
              <a:t>El alcance de nuestro proyecto consiste en optimizar la gestión interna de la tienda y el servicio al cliente a través del software para la tienda KN_STORE. Con ello, buscamos mejorar la eficiencia de los procesos de gestión, operación y atención al cliente, garantizando un funcionamiento más ágil y eficaz.</a:t>
            </a:r>
            <a:br>
              <a:rPr lang="es-MX" sz="2000" dirty="0"/>
            </a:br>
            <a:br>
              <a:rPr lang="es-MX" sz="2000" dirty="0"/>
            </a:br>
            <a:r>
              <a:rPr lang="es-MX" sz="2000" dirty="0"/>
              <a:t>Los cuatro módulos fundamentales de la aplicación que desarrollaremos son los siguientes: visualización de productos, distribución de productos y servicios, administración del inventario.</a:t>
            </a:r>
          </a:p>
          <a:p>
            <a:endParaRPr lang="es-MX" sz="2000" dirty="0"/>
          </a:p>
          <a:p>
            <a:r>
              <a:rPr lang="es-MX" sz="2000" b="1" dirty="0"/>
              <a:t>Módulo de servicios</a:t>
            </a:r>
            <a:r>
              <a:rPr lang="es-MX" sz="2000" dirty="0"/>
              <a:t>: Ofrecerá la posibilidad de visualizar, gestionar y estructurar los distintos servicios que proporciona el establecimiento a sus clientes.</a:t>
            </a:r>
          </a:p>
          <a:p>
            <a:r>
              <a:rPr lang="es-MX" sz="2000" b="1" dirty="0"/>
              <a:t>Módulo para controlar el inventario</a:t>
            </a:r>
            <a:r>
              <a:rPr lang="es-MX" sz="2000" dirty="0"/>
              <a:t>: Se realizará un seguimiento, se actualizará y se supervisará la existencia de zapatos disponibles, detallando elementos como el color, la talla, la marca y la referencia.</a:t>
            </a:r>
          </a:p>
          <a:p>
            <a:r>
              <a:rPr lang="es-MX" sz="2000" b="1" dirty="0"/>
              <a:t>Módulo de distribución de productos</a:t>
            </a:r>
            <a:r>
              <a:rPr lang="es-MX" sz="2000" dirty="0"/>
              <a:t>: La gestión del proceso para entregar los pedidos se realizará de manera manual por servicio contra entrega o por paquetería convencional, esto para que los clientes dentro de cierto rango puedan decidir su preferencia a la hora de recibir un producto.</a:t>
            </a:r>
          </a:p>
          <a:p>
            <a:r>
              <a:rPr lang="es-MX" sz="2000" b="1" dirty="0"/>
              <a:t>Módulo de visualización de productos</a:t>
            </a:r>
            <a:r>
              <a:rPr lang="es-MX" sz="2000" dirty="0"/>
              <a:t>: Los clientes tendrán la opción de explorar el catálogo digital, revisar detalles específicos de los productos disponibles y seleccionar aquellos que deseen de forma sencilla e interactiva.</a:t>
            </a:r>
          </a:p>
          <a:p>
            <a:endParaRPr lang="es-MX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4046982" y="5298441"/>
            <a:ext cx="972185" cy="45720"/>
          </a:xfrm>
          <a:custGeom>
            <a:avLst/>
            <a:gdLst/>
            <a:ahLst/>
            <a:cxnLst/>
            <a:rect l="l" t="t" r="r" b="b"/>
            <a:pathLst>
              <a:path w="972185" h="45720">
                <a:moveTo>
                  <a:pt x="971956" y="0"/>
                </a:moveTo>
                <a:lnTo>
                  <a:pt x="0" y="0"/>
                </a:lnTo>
                <a:lnTo>
                  <a:pt x="0" y="45718"/>
                </a:lnTo>
                <a:lnTo>
                  <a:pt x="971956" y="45718"/>
                </a:lnTo>
                <a:lnTo>
                  <a:pt x="971956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4B0CB2BE-FE53-720C-2903-9A10AF0A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96" y="400104"/>
            <a:ext cx="6445250" cy="677108"/>
          </a:xfrm>
        </p:spPr>
        <p:txBody>
          <a:bodyPr/>
          <a:lstStyle/>
          <a:p>
            <a:r>
              <a:rPr lang="es-CO" sz="4400" dirty="0"/>
              <a:t>Justificación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D0AC9E31-27EC-3121-2985-70D4B048D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475" y="1733525"/>
            <a:ext cx="10417049" cy="4278094"/>
          </a:xfrm>
        </p:spPr>
        <p:txBody>
          <a:bodyPr/>
          <a:lstStyle/>
          <a:p>
            <a:r>
              <a:rPr lang="es-ES" sz="2400" dirty="0"/>
              <a:t>La creación de un software para la tienda KN_STORE nace por la necesidad de actualizar los procedimientos vinculados con la gestión de servicios, las ventas, inventario y la distribución de productos, superando así las limitaciones del manejo manual y las compras únicamente a través de WhatsApp.</a:t>
            </a:r>
          </a:p>
          <a:p>
            <a:endParaRPr lang="es-ES" sz="2400" dirty="0"/>
          </a:p>
          <a:p>
            <a:r>
              <a:rPr lang="es-ES" sz="2400" dirty="0"/>
              <a:t>Con este sistema la empresa podrá optimizar la eficiencia administrativa, mejorar la atención al cliente y ampliar su alcance comercial mediante una plataforma en línea. Además , permitirá tomar decisiones basadas en datos reales, reduciendo errores y fortaleciendo la competitividad de la tienda frente al </a:t>
            </a:r>
            <a:r>
              <a:rPr lang="es-ES" sz="2400"/>
              <a:t>mercado actual.</a:t>
            </a:r>
            <a:endParaRPr lang="es-ES" sz="24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817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Office Theme</vt:lpstr>
      <vt:lpstr>KN STORE</vt:lpstr>
      <vt:lpstr>KN STORE</vt:lpstr>
      <vt:lpstr>Introducción</vt:lpstr>
      <vt:lpstr>Objetivo General</vt:lpstr>
      <vt:lpstr>Objetivos Específicos</vt:lpstr>
      <vt:lpstr>Planteamiento del Problema</vt:lpstr>
      <vt:lpstr>Pregunta Problema</vt:lpstr>
      <vt:lpstr>Alcance</vt:lpstr>
      <vt:lpstr>Justificación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SENA</dc:creator>
  <cp:lastModifiedBy>Santiago Florez</cp:lastModifiedBy>
  <cp:revision>5</cp:revision>
  <dcterms:created xsi:type="dcterms:W3CDTF">2024-09-04T23:51:21Z</dcterms:created>
  <dcterms:modified xsi:type="dcterms:W3CDTF">2025-11-11T01:53:58Z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2024-09-04T00:00:00Z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2024-09-04T00:00:00Z</vt:filetime>
  </property>
  <property fmtid="{D5CDD505-2E9C-101B-9397-08002B2CF9AE}" pid="5" name="MSIP_Label_a76c2f31-3199-4c12-b982-c92587099853_ContentBits">
    <vt:lpwstr>0</vt:lpwstr>
  </property>
  <property fmtid="{D5CDD505-2E9C-101B-9397-08002B2CF9AE}" pid="6" name="MSIP_Label_a76c2f31-3199-4c12-b982-c92587099853_Enabled">
    <vt:lpwstr>true</vt:lpwstr>
  </property>
  <property fmtid="{D5CDD505-2E9C-101B-9397-08002B2CF9AE}" pid="7" name="MSIP_Label_a76c2f31-3199-4c12-b982-c92587099853_Method">
    <vt:lpwstr>Privileged</vt:lpwstr>
  </property>
  <property fmtid="{D5CDD505-2E9C-101B-9397-08002B2CF9AE}" pid="8" name="MSIP_Label_a76c2f31-3199-4c12-b982-c92587099853_SiteId">
    <vt:lpwstr>22e95ac8-1e3b-4edf-92da-03d573857579</vt:lpwstr>
  </property>
  <property fmtid="{D5CDD505-2E9C-101B-9397-08002B2CF9AE}" pid="9" name="Producer">
    <vt:lpwstr>Microsoft® PowerPoint® para Microsoft 365</vt:lpwstr>
  </property>
</Properties>
</file>